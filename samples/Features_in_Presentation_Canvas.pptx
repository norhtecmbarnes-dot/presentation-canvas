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25C2C03-A198-4648-8E9B-184794EAE27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0A2958-93EA-41EF-9D9E-A06C18D180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6CFB57-9DAB-4895-9548-E0DFBDDEE0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1C5D61-5B5A-4192-A5DB-50314AE2F9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C3E4E7-63C9-4443-A316-DEA9DE6BBD6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E764D2-08FC-4571-960C-BF8E62F680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F0BE72-7F85-47FD-B681-82CA70A1DE6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38A6F3-FEC7-473D-844A-FA37717F57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A4BED0-87D9-4B43-ABC7-1D4BE8EA4F2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LibreOffice/26.2.1.2$Windows_X86_64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2026-05-20T02:28:35Z</dcterms:created>
  <dc:creator>Presentation Canvas</dc:creator>
  <dc:description/>
  <dc:language>en-US</dc:language>
  <cp:lastModifiedBy>Presentation Canvas</cp:lastModifiedBy>
  <dcterms:modified xsi:type="dcterms:W3CDTF">2026-05-20T02:28:35Z</dcterms:modified>
  <cp:revision>1</cp:revision>
  <dc:subject>Generated by Presentation Canvas</dc:subject>
  <dc:title>https://github.com/norhtecmbarnes-dot/presentation...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